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1194" y="3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DAB7C79-B52D-4D0A-BA1E-A9D600185C9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7DEDEC1-DCD2-47D2-83C6-B315EA37933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6E80C05-FF16-48F6-845E-983E7F901BF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40BF4D3-5346-40BA-A384-4C498F6F429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30C6B91-47BD-4090-81A2-CF568148BC9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517B2A6-999A-46F2-8A28-588B2ACF88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F89608B-320D-474E-8B31-1071F5276B2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60343343-2832-48C2-94D0-F5796A93895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8E391A6-41CA-4985-A468-02FCAD52584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0AED290-36EF-4145-8E89-718600FC3A1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BF855C4-8F2F-4F63-9818-AA28595B83D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2D63939-5BAB-4B71-BDFE-5DE66935EC5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908A3C5-8DAE-4E3A-9973-0D31613905E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96BF2EC-4597-4025-B12E-1325C84A604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9C4329D-1F30-440A-8E73-802177A5827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2746691-C906-47FC-8B25-8C0D9A25706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79BEA76-7E2E-4271-B512-37541FF5116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7F594E-F45C-485F-9996-5BAC2AD8FDF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EB73D73-352C-463A-8EE7-928508D409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A945E-9F1D-406C-ADC4-6EFDC6F3A0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6605247-8350-468A-AFED-F059DBB6590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D7881DE-3B44-4A7A-92DE-9BCD05740E4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E21626A-5529-4CB1-BD83-1802AC57B48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672FBB2-80BA-4747-9870-767B39EA22D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 fontScale="88000"/>
          </a:bodyPr>
          <a:lstStyle/>
          <a:p>
            <a:r>
              <a:rPr lang="ru-RU" sz="52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F0DC8B4-BD2E-4955-8244-CAA19335A299}" type="slidenum">
              <a:rPr lang="ru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lstStyle/>
          <a:p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1E3BB10-3B1E-4FF4-84DF-64D29C0A7D68}" type="slidenum">
              <a:rPr lang="ru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ru-RU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12200" y="2722680"/>
            <a:ext cx="8520120" cy="8751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000" b="0" strike="noStrike" spc="-1">
                <a:solidFill>
                  <a:srgbClr val="000000"/>
                </a:solidFill>
                <a:latin typeface="Arial"/>
                <a:ea typeface="Arial"/>
              </a:rPr>
              <a:t>НАУЧНО-ИССЛЕДОВАТЕЛЬСКАЯ РАБОТА НА ТЕМУ: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000" b="0" strike="noStrike" spc="-1">
                <a:solidFill>
                  <a:srgbClr val="000000"/>
                </a:solidFill>
                <a:latin typeface="Arial"/>
                <a:ea typeface="Arial"/>
              </a:rPr>
              <a:t> «Методы генерации текста»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829480" y="4350960"/>
            <a:ext cx="3314520" cy="79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600" b="0" strike="noStrike" spc="-1">
                <a:solidFill>
                  <a:srgbClr val="000000"/>
                </a:solidFill>
                <a:latin typeface="Arial"/>
                <a:ea typeface="Arial"/>
              </a:rPr>
              <a:t>Студент: Новиков А.А. </a:t>
            </a:r>
            <a:endParaRPr lang="ru-RU" sz="16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600" b="0" strike="noStrike" spc="-1">
                <a:solidFill>
                  <a:srgbClr val="000000"/>
                </a:solidFill>
                <a:latin typeface="Arial"/>
                <a:ea typeface="Arial"/>
              </a:rPr>
              <a:t>Руководитель: Кострицкий А.С.</a:t>
            </a:r>
            <a:endParaRPr lang="ru-RU" sz="1600" b="0" strike="noStrike" spc="-1">
              <a:latin typeface="Arial"/>
            </a:endParaRPr>
          </a:p>
        </p:txBody>
      </p:sp>
      <p:sp>
        <p:nvSpPr>
          <p:cNvPr id="80" name="Google Shape;56;p13"/>
          <p:cNvSpPr/>
          <p:nvPr/>
        </p:nvSpPr>
        <p:spPr>
          <a:xfrm>
            <a:off x="3103200" y="525600"/>
            <a:ext cx="4162320" cy="146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1200" b="0" strike="noStrike" spc="-1">
                <a:solidFill>
                  <a:srgbClr val="000000"/>
                </a:solidFill>
                <a:latin typeface="Arial"/>
                <a:ea typeface="Arial"/>
              </a:rPr>
              <a:t>Министерство науки и высшего образования Российской Федерации Федеральное государственное бюджетное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  <a:endParaRPr lang="ru-RU" sz="1200" b="0" strike="noStrike" spc="-1">
              <a:latin typeface="Arial"/>
            </a:endParaRPr>
          </a:p>
        </p:txBody>
      </p:sp>
      <p:pic>
        <p:nvPicPr>
          <p:cNvPr id="81" name="Google Shape;57;p13"/>
          <p:cNvPicPr/>
          <p:nvPr/>
        </p:nvPicPr>
        <p:blipFill>
          <a:blip r:embed="rId2"/>
          <a:stretch/>
        </p:blipFill>
        <p:spPr>
          <a:xfrm>
            <a:off x="786600" y="525600"/>
            <a:ext cx="1021680" cy="115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800" b="0" strike="noStrike" spc="-1">
                <a:solidFill>
                  <a:srgbClr val="000000"/>
                </a:solidFill>
                <a:latin typeface="Arial"/>
                <a:ea typeface="Arial"/>
              </a:rPr>
              <a:t>Формализация задачи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498B92D-5EFD-4A23-9854-7E52BB93B662}" type="slidenum">
              <a:rPr lang="ru" sz="1000" b="0" strike="noStrike" spc="-1">
                <a:solidFill>
                  <a:srgbClr val="595959"/>
                </a:solidFill>
                <a:latin typeface="Arial"/>
                <a:ea typeface="Arial"/>
              </a:rPr>
              <a:t>2</a:t>
            </a:fld>
            <a:endParaRPr lang="ru-RU" sz="1000" b="0" strike="noStrike" spc="-1">
              <a:latin typeface="Times New Roman"/>
            </a:endParaRPr>
          </a:p>
        </p:txBody>
      </p:sp>
      <p:pic>
        <p:nvPicPr>
          <p:cNvPr id="84" name="Рисунок 83"/>
          <p:cNvPicPr/>
          <p:nvPr/>
        </p:nvPicPr>
        <p:blipFill>
          <a:blip r:embed="rId2"/>
          <a:stretch/>
        </p:blipFill>
        <p:spPr>
          <a:xfrm>
            <a:off x="1795320" y="1011600"/>
            <a:ext cx="5584680" cy="3848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Сравнение</a:t>
            </a:r>
            <a:endParaRPr lang="ru-RU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59CCBA6-87E6-4AA6-980A-F29FDEB6D923}" type="slidenum">
              <a:rPr lang="ru" sz="1000" b="0" strike="noStrike" spc="-1">
                <a:solidFill>
                  <a:srgbClr val="595959"/>
                </a:solidFill>
                <a:latin typeface="Arial"/>
                <a:ea typeface="Arial"/>
              </a:rPr>
              <a:t>3</a:t>
            </a:fld>
            <a:endParaRPr lang="ru-RU" sz="1000" b="0" strike="noStrike" spc="-1">
              <a:latin typeface="Times New Roman"/>
            </a:endParaRPr>
          </a:p>
        </p:txBody>
      </p:sp>
      <p:graphicFrame>
        <p:nvGraphicFramePr>
          <p:cNvPr id="87" name="Google Shape;141;p25"/>
          <p:cNvGraphicFramePr/>
          <p:nvPr>
            <p:extLst>
              <p:ext uri="{D42A27DB-BD31-4B8C-83A1-F6EECF244321}">
                <p14:modId xmlns:p14="http://schemas.microsoft.com/office/powerpoint/2010/main" val="1830900004"/>
              </p:ext>
            </p:extLst>
          </p:nvPr>
        </p:nvGraphicFramePr>
        <p:xfrm>
          <a:off x="1452060" y="998400"/>
          <a:ext cx="6239520" cy="3586320"/>
        </p:xfrm>
        <a:graphic>
          <a:graphicData uri="http://schemas.openxmlformats.org/drawingml/2006/table">
            <a:tbl>
              <a:tblPr/>
              <a:tblGrid>
                <a:gridCol w="155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Качество текста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Учет контекста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Гибкость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Шаблоны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Отсутствует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-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N-</a:t>
                      </a: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граммы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</a:rPr>
                        <a:t>-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N </a:t>
                      </a: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предыдущих токенов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-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" sz="14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СММ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-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1 предыдущий токен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-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Arial"/>
                        </a:rPr>
                        <a:t>РНС</a:t>
                      </a: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Менее 10 токенов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54448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strike="noStrike" spc="-1" dirty="0">
                          <a:latin typeface="+mn-lt"/>
                        </a:rPr>
                        <a:t>LTSM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Десятки токенов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73980"/>
                  </a:ext>
                </a:extLst>
              </a:tr>
              <a:tr h="507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Трансформеры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>
                      <a:solidFill>
                        <a:srgbClr val="9E9E9E"/>
                      </a:solidFill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Все токены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ru-RU" sz="1400" b="0" strike="noStrike" spc="-1" dirty="0">
                          <a:latin typeface="+mn-lt"/>
                        </a:rPr>
                        <a:t>+</a:t>
                      </a:r>
                      <a:endParaRPr lang="ru-RU" sz="1400" b="0" strike="noStrike" spc="-1" dirty="0">
                        <a:latin typeface="Arial"/>
                      </a:endParaRPr>
                    </a:p>
                  </a:txBody>
                  <a:tcPr marL="91080" marR="91080">
                    <a:lnL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36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5236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108</Words>
  <Application>Microsoft Office PowerPoint</Application>
  <PresentationFormat>Экран (16:9)</PresentationFormat>
  <Paragraphs>36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Symbol</vt:lpstr>
      <vt:lpstr>Times New Roman</vt:lpstr>
      <vt:lpstr>Wingdings</vt:lpstr>
      <vt:lpstr>Office Theme</vt:lpstr>
      <vt:lpstr>Office Theme</vt:lpstr>
      <vt:lpstr>НАУЧНО-ИССЛЕДОВАТЕЛЬСКАЯ РАБОТА НА ТЕМУ:  «Методы генерации текста»</vt:lpstr>
      <vt:lpstr>Формализация задачи</vt:lpstr>
      <vt:lpstr>Сравнение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Артём Новиков</dc:creator>
  <dc:description/>
  <cp:lastModifiedBy>Артём Новиков</cp:lastModifiedBy>
  <cp:revision>5</cp:revision>
  <dcterms:modified xsi:type="dcterms:W3CDTF">2024-12-24T16:38:02Z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3</vt:i4>
  </property>
</Properties>
</file>